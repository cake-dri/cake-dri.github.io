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564"/>
  </p:normalViewPr>
  <p:slideViewPr>
    <p:cSldViewPr snapToGrid="0">
      <p:cViewPr varScale="1">
        <p:scale>
          <a:sx n="102" d="100"/>
          <a:sy n="102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9072-B252-A236-E3DF-B852CC0DB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C678D-38F5-0415-B529-E1345F9D4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E8092-6347-FAE5-DD67-FB206898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9074F-6CCE-7463-0451-DB36FEE7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77F74-12D0-7C5F-907B-DBADF701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FB60-B37F-C38F-B6C8-E56AEBB4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F7B5E-1731-FB8D-B346-3BE8A2981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91C77-2904-C122-C6E5-4F45F518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D88FA-8CBB-64A9-DC13-52FBE94D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1174F-C725-3439-F1A8-554F262E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8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639B-9288-9F5E-E60F-E06A5182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44826-C944-30D0-8193-E6E30F194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6FB31-E7BD-DB3D-2132-F4B183F3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31567-334F-D1D6-7EE6-2146361B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30B8-3250-E5C1-76C1-612D4F02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1524-CA57-FD38-A88D-AB441035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7A4B-8460-8F31-C963-D98A6A64A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408FE-B71C-1FC6-E2B4-5C4955FE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DF14F-10A6-3836-2466-CB40797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1B00C-6141-7633-CB63-245D4F0F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9BCF9-C8D4-F65F-AA6B-A3B201FD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8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5B95-D217-CE1D-DD37-9C369668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06FCF-B7E1-21D5-0019-B6B1CE245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F168A-8906-6E1D-017D-A2072311B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D7710-29B5-D2F7-16B3-09E72B425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DA35A-5181-C391-D160-7A161007C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77A01-EC5D-296C-4403-ECEEA4CF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FBD84-B2ED-7334-993F-14C8AE21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6C879-8343-41AD-D9E4-08C835DA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1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151B-D41C-CF1E-73A5-1458C339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D0F2E-E161-1744-5562-524F4D55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84607-525C-AF20-C147-5B965B61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12811-E2A8-3B1B-4930-B6ED647C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6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B30A4-C59B-CD79-9A0D-945873BE9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65169-CA1B-597D-192F-6ECE4276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EFC4-7377-55FC-46F1-1E2C9092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40C4-D12E-144C-6B00-B9FEE706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4E06-F07C-05A8-0FFC-349D914B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275F3-F272-3462-5C66-13ACE00F1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B8F8-9E6F-3033-4744-D8BC77C7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17088-5A1F-3AD5-D364-1F67FA2D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97C12-847C-2EE4-8B6A-8A754DE8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0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5560-19AC-03B5-CEE3-0673509F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7CF84-35D4-79AD-3E02-2F8EEE261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5CB48-8F16-249A-1F91-80925D627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DB7C3-D155-FED5-F619-5954A860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CD20D-E1C1-9DB9-EFA4-BBDB7AAA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5FCDC-0489-04A6-1DDA-96B0AC37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7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99B2-27A4-3366-499E-7F1B84FA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42F58-C143-B308-EE7E-B732A3341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05A85-7306-F304-8FAA-0AF3CDD5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A8981-F7CB-DA3C-4476-DECFBAD3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887B-5B36-9AD5-70F9-AE0B4202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3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BAF64F-44F8-4BD1-AD16-EB0E0E025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C8D6B-879C-235F-9C0C-F5E4D023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FF47F-5A68-A3B9-97F4-67937F3A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0DAB5-2D18-D855-46C8-3E1936EE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E40C-9D8E-35EB-467B-144689F1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8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837DC-2C5C-66F9-202C-BA9077E8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D1F4-D1A3-236E-CB7E-552A7D200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CDE2F-9455-8E61-9F95-0D681738F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5723F-3E2B-BC47-9CAF-1480E56CE93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B6B0-1F1C-185E-B014-C3598BD37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8FC11-49D4-5F26-D34F-736A1A9F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58303-78B5-6544-8C31-C30119BF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25036A-1CDE-3192-71F6-9666A6CFAE51}"/>
              </a:ext>
            </a:extLst>
          </p:cNvPr>
          <p:cNvSpPr/>
          <p:nvPr/>
        </p:nvSpPr>
        <p:spPr>
          <a:xfrm>
            <a:off x="1200839" y="881349"/>
            <a:ext cx="8394853" cy="5387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DC9466EF-5886-C507-E531-A6ABDB6F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65" y="1027329"/>
            <a:ext cx="7772400" cy="58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4CED-8B5F-6478-DED2-4B7D6AB8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1165A-98C5-FCE8-A5E3-E48BA756109A}"/>
              </a:ext>
            </a:extLst>
          </p:cNvPr>
          <p:cNvSpPr/>
          <p:nvPr/>
        </p:nvSpPr>
        <p:spPr>
          <a:xfrm>
            <a:off x="1200839" y="881349"/>
            <a:ext cx="5040000" cy="50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E0B40-76DA-7B2F-F764-25DFF22A5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04" y="1102291"/>
            <a:ext cx="1805204" cy="2131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A838B5-5C83-31D6-39B9-186D1F789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973" y="1087990"/>
            <a:ext cx="1669163" cy="2131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8F823D-A5FF-277F-0F84-19F06438D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24" y="3618884"/>
            <a:ext cx="1255610" cy="2156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252DA6-9DBC-A3F1-DC26-086EAF626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596" y="3614662"/>
            <a:ext cx="1318390" cy="216592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B2D4C0-DD01-37C3-C576-3CDEEDF65731}"/>
              </a:ext>
            </a:extLst>
          </p:cNvPr>
          <p:cNvCxnSpPr/>
          <p:nvPr/>
        </p:nvCxnSpPr>
        <p:spPr>
          <a:xfrm>
            <a:off x="200416" y="1077746"/>
            <a:ext cx="97953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821955-CFCF-CF66-462B-D2638C302F4B}"/>
              </a:ext>
            </a:extLst>
          </p:cNvPr>
          <p:cNvCxnSpPr/>
          <p:nvPr/>
        </p:nvCxnSpPr>
        <p:spPr>
          <a:xfrm>
            <a:off x="200416" y="3245588"/>
            <a:ext cx="97953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58D2D8-F7B7-8E5D-CD3B-B376E9DBEB81}"/>
              </a:ext>
            </a:extLst>
          </p:cNvPr>
          <p:cNvCxnSpPr/>
          <p:nvPr/>
        </p:nvCxnSpPr>
        <p:spPr>
          <a:xfrm>
            <a:off x="315238" y="3623961"/>
            <a:ext cx="97953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7CDE12-ABD8-FD63-6C9E-5C5E02A3ACF8}"/>
              </a:ext>
            </a:extLst>
          </p:cNvPr>
          <p:cNvCxnSpPr/>
          <p:nvPr/>
        </p:nvCxnSpPr>
        <p:spPr>
          <a:xfrm>
            <a:off x="315238" y="5791803"/>
            <a:ext cx="97953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89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Doris Gould van Praag</dc:creator>
  <cp:lastModifiedBy>Cassandra Doris Gould van Praag</cp:lastModifiedBy>
  <cp:revision>1</cp:revision>
  <dcterms:created xsi:type="dcterms:W3CDTF">2026-01-15T15:42:12Z</dcterms:created>
  <dcterms:modified xsi:type="dcterms:W3CDTF">2026-01-19T12:27:05Z</dcterms:modified>
</cp:coreProperties>
</file>